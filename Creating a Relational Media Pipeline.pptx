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9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F6E8C-E6BD-474B-87AF-B91BEB626A3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39C77-C2EB-4D2B-BD25-884890013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20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39C77-C2EB-4D2B-BD25-884890013C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1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DF17-544C-A327-0FAB-AEF15D0B0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57486-F5B2-292C-9E78-96A17F7F1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4217C-DE8B-F7F1-9A56-57E26A860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5C473-8AD9-7670-8FF6-08452912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34B71-D722-6E19-8F06-30F62705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0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341E-FB28-1429-2FB6-918AE8C4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D3FAB-1B97-6181-77E8-1DCEF5DB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382E0-CE9B-1726-589E-B3CC632F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A8DE2-C4D5-D440-50EA-5A4CE163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CA552-E971-3A4A-78DD-6BE7D2C0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1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A84D-4877-EF0A-0B00-47495F967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761BD-10AC-0AAD-F742-BDB7F2B40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46008-6E77-7446-E732-4C84920A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F1CF5-356D-4DBE-B6BE-BFE9D34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C06A8-A520-A50B-90E0-29C8E2E5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20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1039-D883-F43E-6CC5-311F3D6B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6248-883F-B1B4-CA18-23D53ED5B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9CB25-8E0E-F008-FA02-000ECFD12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3B610-1FF6-64A1-A4CD-2BB59E7E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CDEFD-E065-935E-4D04-C1858687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63073-61EA-525E-8984-B09A941B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0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7E0E-D646-F58D-00A2-FE580033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656F1-7E2D-E517-775C-CAF7F7DC0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7743A-AF89-7C7A-8558-90A26DC97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3DE0A5-F447-8756-44BB-65FDE908A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619DB-605C-26D8-D801-86BF8F8AC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62F51-A85E-6047-35F9-72454681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CDB08-999E-00B0-742D-F3BBC473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F6A89-DF94-F100-B550-3343147C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A11E-647E-B691-D869-852619B8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0996D-CB65-62D1-612D-D82A58F4B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A7686-609C-AAC1-A60D-5F07A373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97DE0-59AA-759F-703A-DA321315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8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1396E-B319-A156-45BB-12CE9CA2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5457D-0F5A-E8A5-9F77-AD17446D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163C6-0A8C-36F6-EB67-702D6D08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5786-206A-4ABE-28A8-07F11E804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9BD5C-2DAA-BDD4-8C90-3CBA16764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4145A-BE20-87F8-EEB9-0B19F5196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CB233-83D9-77FF-7BCF-CB2DCEED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D117D-E2FD-CF32-6ADA-975EE437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86392-46C8-81E2-1A46-EA6C80D3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1B41-2153-14B9-0D19-3D19245E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F5A37-D631-B9BE-C782-32D4F215BAB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CEC2C-DE37-BDEF-ACEA-7AD4011A5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3F62D-20E0-37ED-90C3-2C1CC4919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C1CE6-858C-2B1F-6F95-D5CCCC18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417BD-A994-7B1B-EA0B-F4D05395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6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476E-4F89-D5C4-DD77-67475D24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B347C-D110-CF00-DE92-9E851B29D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F39F6-691E-A247-E293-0D617C39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AD461-F07E-F355-F188-6C312F69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1B7D3-0E0B-4723-95C9-CF3031A1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1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BC9F5-A5C7-417C-45E2-8EE18DCF6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0CB90-69B3-916A-D61D-EF6A9C900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12A47-1A6E-6805-2461-3DD4BA7B3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416E-B2AF-AC4E-45BA-E42C63E5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2A29F-E4F1-1D1B-4DAD-3B8025CF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52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A58FB-6892-0CF6-8573-351160E5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57D3E-54AF-CFC8-230E-3DA8B6C1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7E22-CAA2-4694-1496-52A1FF2CF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F74EEC-0D89-41E7-8A9B-A3F92570E22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D655B-5699-3708-0DAE-4A28D6A79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60D4C-AA24-9983-5ADB-67476B37A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6B53A-1A27-456D-9ECB-78CEE065F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927895-C4BB-70F0-8CEC-EB57AC8410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B9377B2-9A62-AAB5-FDB8-217A28FA6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92278"/>
            <a:ext cx="9144000" cy="1265722"/>
          </a:xfrm>
        </p:spPr>
        <p:txBody>
          <a:bodyPr>
            <a:normAutofit fontScale="40000" lnSpcReduction="20000"/>
          </a:bodyPr>
          <a:lstStyle/>
          <a:p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5050"/>
                </a:solidFill>
                <a:effectLst>
                  <a:outerShdw dist="38100" dir="3900000" algn="bl" rotWithShape="0">
                    <a:schemeClr val="accent5"/>
                  </a:outerShdw>
                  <a:reflection stA="45000" endPos="4000" dist="50800" dir="5400000" sy="-100000" algn="bl" rotWithShape="0"/>
                </a:effectLst>
                <a:latin typeface="+mj-lt"/>
                <a:ea typeface="+mj-ea"/>
                <a:cs typeface="+mj-cs"/>
              </a:rPr>
              <a:t>Music Video Optimization &amp; Performance Syndicate System</a:t>
            </a:r>
          </a:p>
          <a:p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5050"/>
                </a:solidFill>
                <a:effectLst>
                  <a:outerShdw dist="38100" dir="3900000" algn="bl" rotWithShape="0">
                    <a:schemeClr val="accent5"/>
                  </a:outerShdw>
                  <a:reflection stA="45000" endPos="4000" dist="50800" dir="5400000" sy="-100000" algn="bl" rotWithShape="0"/>
                </a:effectLst>
                <a:latin typeface="+mj-lt"/>
                <a:ea typeface="+mj-ea"/>
                <a:cs typeface="+mj-cs"/>
              </a:rPr>
              <a:t>Presenter: Heather Coleman, CIS Graduate &amp; Data Analyst</a:t>
            </a:r>
          </a:p>
        </p:txBody>
      </p:sp>
      <p:sp>
        <p:nvSpPr>
          <p:cNvPr id="2" name="Creating a Relational Media Pipeline">
            <a:extLst>
              <a:ext uri="{FF2B5EF4-FFF2-40B4-BE49-F238E27FC236}">
                <a16:creationId xmlns:a16="http://schemas.microsoft.com/office/drawing/2014/main" id="{2BC504C6-2040-B447-15FF-40185A3E1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7" y="808038"/>
            <a:ext cx="9703711" cy="2387600"/>
          </a:xfr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prstTxWarp prst="textArchUp">
              <a:avLst/>
            </a:prstTxWarp>
          </a:bodyPr>
          <a:lstStyle/>
          <a:p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5050"/>
                </a:solidFill>
                <a:effectLst>
                  <a:outerShdw dist="38100" dir="3900000" algn="bl" rotWithShape="0">
                    <a:schemeClr val="accent5"/>
                  </a:outerShdw>
                  <a:reflection stA="45000" endPos="4000" dist="50800" dir="5400000" sy="-100000" algn="bl" rotWithShape="0"/>
                </a:effectLst>
              </a:rPr>
              <a:t>Creating a Relational Media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3773B-922C-A276-2AF0-AC97B23BF974}"/>
              </a:ext>
            </a:extLst>
          </p:cNvPr>
          <p:cNvSpPr txBox="1"/>
          <p:nvPr/>
        </p:nvSpPr>
        <p:spPr>
          <a:xfrm>
            <a:off x="105877" y="6497053"/>
            <a:ext cx="47163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chemeClr val="bg1"/>
                </a:solidFill>
              </a:rPr>
              <a:t>Photo by Alexander Shatov on Unsplash</a:t>
            </a:r>
          </a:p>
        </p:txBody>
      </p:sp>
    </p:spTree>
    <p:extLst>
      <p:ext uri="{BB962C8B-B14F-4D97-AF65-F5344CB8AC3E}">
        <p14:creationId xmlns:p14="http://schemas.microsoft.com/office/powerpoint/2010/main" val="3206585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48F7-D7C0-2267-B0BC-4F975689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8C54E-A506-6594-48F0-53E596567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57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Creating a Relational Media Pipeline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Heather Coleman (Online)</dc:creator>
  <cp:lastModifiedBy>Heather Coleman (Online)</cp:lastModifiedBy>
  <cp:revision>2</cp:revision>
  <dcterms:created xsi:type="dcterms:W3CDTF">2026-10-25T09:20:03Z</dcterms:created>
  <dcterms:modified xsi:type="dcterms:W3CDTF">2026-10-25T09:39:35Z</dcterms:modified>
</cp:coreProperties>
</file>